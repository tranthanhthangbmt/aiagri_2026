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83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7" r:id="rId24"/>
    <p:sldId id="278" r:id="rId25"/>
    <p:sldId id="279" r:id="rId26"/>
    <p:sldId id="280" r:id="rId27"/>
    <p:sldId id="281" r:id="rId28"/>
    <p:sldId id="282" r:id="rId29"/>
  </p:sldIdLst>
  <p:sldSz cx="17475200" cy="9753600"/>
  <p:notesSz cx="17475200" cy="97536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40" d="100"/>
          <a:sy n="40" d="100"/>
        </p:scale>
        <p:origin x="276" y="4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310640" y="3023616"/>
            <a:ext cx="14853920" cy="204825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2621280" y="5462016"/>
            <a:ext cx="12232640" cy="24384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9/7/2026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9/7/2026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873760" y="2243328"/>
            <a:ext cx="7601712" cy="643737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8999728" y="2243328"/>
            <a:ext cx="7601712" cy="643737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9/7/2026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9/7/2026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9/7/2026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873760" y="390144"/>
            <a:ext cx="15727680" cy="156057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873760" y="2243328"/>
            <a:ext cx="15727680" cy="643737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5941568" y="9070848"/>
            <a:ext cx="5592064" cy="4876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873760" y="9070848"/>
            <a:ext cx="4019296" cy="4876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9/7/2026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2582144" y="9070848"/>
            <a:ext cx="4019296" cy="4876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g"/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g"/><Relationship Id="rId1" Type="http://schemas.openxmlformats.org/officeDocument/2006/relationships/slideLayout" Target="../slideLayouts/slideLayout5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g"/><Relationship Id="rId1" Type="http://schemas.openxmlformats.org/officeDocument/2006/relationships/slideLayout" Target="../slideLayouts/slideLayout5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g"/><Relationship Id="rId1" Type="http://schemas.openxmlformats.org/officeDocument/2006/relationships/slideLayout" Target="../slideLayouts/slideLayout5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g"/><Relationship Id="rId1" Type="http://schemas.openxmlformats.org/officeDocument/2006/relationships/slideLayout" Target="../slideLayouts/slideLayout5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g"/><Relationship Id="rId1" Type="http://schemas.openxmlformats.org/officeDocument/2006/relationships/slideLayout" Target="../slideLayouts/slideLayout5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g"/><Relationship Id="rId1" Type="http://schemas.openxmlformats.org/officeDocument/2006/relationships/slideLayout" Target="../slideLayouts/slideLayout5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g"/><Relationship Id="rId1" Type="http://schemas.openxmlformats.org/officeDocument/2006/relationships/slideLayout" Target="../slideLayouts/slideLayout5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jpg"/><Relationship Id="rId1" Type="http://schemas.openxmlformats.org/officeDocument/2006/relationships/slideLayout" Target="../slideLayouts/slideLayout5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jpg"/><Relationship Id="rId1" Type="http://schemas.openxmlformats.org/officeDocument/2006/relationships/slideLayout" Target="../slideLayouts/slideLayout5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jpg"/><Relationship Id="rId1" Type="http://schemas.openxmlformats.org/officeDocument/2006/relationships/slideLayout" Target="../slideLayouts/slideLayout5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jpg"/><Relationship Id="rId1" Type="http://schemas.openxmlformats.org/officeDocument/2006/relationships/slideLayout" Target="../slideLayouts/slideLayout5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jpg"/><Relationship Id="rId1" Type="http://schemas.openxmlformats.org/officeDocument/2006/relationships/slideLayout" Target="../slideLayouts/slideLayout5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jpg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7475200" cy="97536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64618DF-8148-E12A-AC52-04D5AC1A044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7475200" cy="9753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641514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7475200" cy="97536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7475200" cy="97536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7475200" cy="97536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7475200" cy="97536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7475200" cy="97536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7475200" cy="97536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7475200" cy="97536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7475200" cy="97536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7475200" cy="97536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7475200" cy="97536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7475200" cy="97536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7475200" cy="97536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7475200" cy="97536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7475200" cy="97536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7475200" cy="97536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7475200" cy="97536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7475200" cy="97536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7475200" cy="975360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7475200" cy="975360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7475200" cy="975360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7475200" cy="975360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7475200" cy="975360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7475200" cy="9753600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7475200" cy="9753600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7475200" cy="9753600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7475200" cy="97536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338</TotalTime>
  <Words>0</Words>
  <Application>Microsoft Office PowerPoint</Application>
  <PresentationFormat>Custom</PresentationFormat>
  <Paragraphs>0</Paragraphs>
  <Slides>28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0" baseType="lpstr"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</dc:title>
  <dc:creator>thanh</dc:creator>
  <cp:lastModifiedBy>Thang Tran Thanh</cp:lastModifiedBy>
  <cp:revision>1</cp:revision>
  <dcterms:created xsi:type="dcterms:W3CDTF">2026-09-07T01:01:16Z</dcterms:created>
  <dcterms:modified xsi:type="dcterms:W3CDTF">2026-09-07T07:04:45Z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2025-12-17T00:00:00Z</vt:filetime>
  </property>
  <property fmtid="{D5CDD505-2E9C-101B-9397-08002B2CF9AE}" pid="3" name="Creator">
    <vt:lpwstr>Wondershare PDFelement</vt:lpwstr>
  </property>
  <property fmtid="{D5CDD505-2E9C-101B-9397-08002B2CF9AE}" pid="4" name="LastSaved">
    <vt:filetime>2026-09-07T00:00:00Z</vt:filetime>
  </property>
  <property fmtid="{D5CDD505-2E9C-101B-9397-08002B2CF9AE}" pid="5" name="Producer">
    <vt:lpwstr>Wondershare PDFelement</vt:lpwstr>
  </property>
</Properties>
</file>